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5"/>
    <p:restoredTop sz="94647"/>
  </p:normalViewPr>
  <p:slideViewPr>
    <p:cSldViewPr snapToGrid="0">
      <p:cViewPr varScale="1">
        <p:scale>
          <a:sx n="161" d="100"/>
          <a:sy n="161" d="100"/>
        </p:scale>
        <p:origin x="8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8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2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923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53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20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119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590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21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03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103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C1D40F-3DB5-014E-ADC9-C34F47DA5B6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A5E70-7298-9348-9760-D7C2EEA6C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2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B3342A-EDB1-71E2-21AE-F75272B62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067" y="106709"/>
            <a:ext cx="2570425" cy="516144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US" dirty="0"/>
              <a:t>F-DoD Map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FAC8BD-1884-3AAF-D1AD-68DCE94FF5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067" y="622853"/>
            <a:ext cx="3612047" cy="3716435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200" b="1" dirty="0"/>
              <a:t>Web Crawler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Fetch a webpage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Save content as a zip file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Re-Fetch saves additional record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Link Extraction – absolute and relative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Records which URL first referenced this link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Link graph – who links to who.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Source link exclusion by patterns</a:t>
            </a:r>
          </a:p>
          <a:p>
            <a:pPr marL="0" lvl="0" indent="0">
              <a:spcBef>
                <a:spcPts val="0"/>
              </a:spcBef>
              <a:buNone/>
            </a:pPr>
            <a:endParaRPr lang="en-US" sz="1200" dirty="0"/>
          </a:p>
          <a:p>
            <a:pPr marL="0" lvl="0" indent="0">
              <a:spcBef>
                <a:spcPts val="0"/>
              </a:spcBef>
              <a:buNone/>
            </a:pPr>
            <a:r>
              <a:rPr lang="en-US" sz="1200" dirty="0"/>
              <a:t>Bot Behavior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 err="1"/>
              <a:t>User-Agent:f-dod</a:t>
            </a:r>
            <a:r>
              <a:rPr lang="en-US" sz="1200" dirty="0"/>
              <a:t>/1.0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Self identify with a URL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Mimic a chrome browser?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Read and adhere to </a:t>
            </a:r>
            <a:r>
              <a:rPr lang="en-US" sz="1200" dirty="0" err="1"/>
              <a:t>robots.txt</a:t>
            </a:r>
            <a:endParaRPr lang="en-US" sz="1200" dirty="0"/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Have a standard Crawl-delay and obey site directive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Have a max crawl rate so as to not over impact local network.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Leverage </a:t>
            </a:r>
            <a:r>
              <a:rPr lang="en-US" sz="1200" dirty="0" err="1"/>
              <a:t>sitemap.xml</a:t>
            </a:r>
            <a:r>
              <a:rPr lang="en-US" sz="1200" dirty="0"/>
              <a:t> as a Source list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Meta tag “robots” not parsed for </a:t>
            </a:r>
            <a:r>
              <a:rPr lang="en-US" sz="1200" dirty="0" err="1"/>
              <a:t>noindex</a:t>
            </a:r>
            <a:r>
              <a:rPr lang="en-US" sz="1200" dirty="0"/>
              <a:t> / </a:t>
            </a:r>
            <a:r>
              <a:rPr lang="en-US" sz="1200" dirty="0" err="1"/>
              <a:t>nofollow</a:t>
            </a:r>
            <a:r>
              <a:rPr lang="en-US" sz="1200" dirty="0"/>
              <a:t>.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Follow 302’s as a new source.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Flush out model for 301’s.</a:t>
            </a:r>
          </a:p>
          <a:p>
            <a:pPr lvl="0"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Have a list of valid Content-Types and ignore everything else</a:t>
            </a:r>
          </a:p>
          <a:p>
            <a:pPr marL="0" lvl="0" indent="0">
              <a:spcBef>
                <a:spcPts val="0"/>
              </a:spcBef>
              <a:buNone/>
            </a:pPr>
            <a:endParaRPr lang="en-US" sz="1200" dirty="0"/>
          </a:p>
          <a:p>
            <a:pPr marL="0" lvl="0" indent="0">
              <a:spcBef>
                <a:spcPts val="0"/>
              </a:spcBef>
              <a:buNone/>
            </a:pPr>
            <a:r>
              <a:rPr lang="en-US" sz="1200" dirty="0"/>
              <a:t>Content Extraction</a:t>
            </a:r>
          </a:p>
          <a:p>
            <a:pPr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Strips script, style, head, meta tags</a:t>
            </a:r>
          </a:p>
          <a:p>
            <a:pPr>
              <a:spcBef>
                <a:spcPts val="0"/>
              </a:spcBef>
              <a:buFont typeface="Wingdings" pitchFamily="2" charset="2"/>
              <a:buChar char="q"/>
            </a:pPr>
            <a:r>
              <a:rPr lang="en-US" sz="1200" dirty="0"/>
              <a:t>Strip repetitive content based on domain</a:t>
            </a:r>
          </a:p>
          <a:p>
            <a:pPr marL="0" lvl="0" indent="0">
              <a:spcBef>
                <a:spcPts val="0"/>
              </a:spcBef>
              <a:buNone/>
            </a:pPr>
            <a:endParaRPr lang="en-US" sz="1200" dirty="0"/>
          </a:p>
          <a:p>
            <a:pPr marL="0" lvl="0" indent="0">
              <a:spcBef>
                <a:spcPts val="0"/>
              </a:spcBef>
              <a:buNone/>
            </a:pPr>
            <a:r>
              <a:rPr lang="en-US" sz="1200" dirty="0"/>
              <a:t>Domains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r>
              <a:rPr lang="en-US" sz="1200" dirty="0"/>
              <a:t>Auto created as Source comes in.</a:t>
            </a:r>
          </a:p>
          <a:p>
            <a:pPr lvl="0">
              <a:spcBef>
                <a:spcPts val="0"/>
              </a:spcBef>
              <a:buFont typeface="Wingdings" pitchFamily="2" charset="2"/>
              <a:buChar char="ü"/>
            </a:pPr>
            <a:endParaRPr lang="en-US" sz="1200" dirty="0"/>
          </a:p>
          <a:p>
            <a:pPr>
              <a:spcBef>
                <a:spcPts val="0"/>
              </a:spcBef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900885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157</Words>
  <Application>Microsoft Macintosh PowerPoint</Application>
  <PresentationFormat>On-screen Show (4:3)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F-DoD 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Frizzell</dc:creator>
  <cp:lastModifiedBy>Mike Frizzell</cp:lastModifiedBy>
  <cp:revision>1</cp:revision>
  <dcterms:created xsi:type="dcterms:W3CDTF">2026-08-16T20:40:47Z</dcterms:created>
  <dcterms:modified xsi:type="dcterms:W3CDTF">2026-08-16T21:03:28Z</dcterms:modified>
</cp:coreProperties>
</file>