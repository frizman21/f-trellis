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5"/>
    <p:restoredTop sz="94648"/>
  </p:normalViewPr>
  <p:slideViewPr>
    <p:cSldViewPr snapToGrid="0">
      <p:cViewPr varScale="1">
        <p:scale>
          <a:sx n="112" d="100"/>
          <a:sy n="112" d="100"/>
        </p:scale>
        <p:origin x="18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8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2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2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5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1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90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2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03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0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C1D40F-3DB5-014E-ADC9-C34F47DA5B6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A5E70-7298-9348-9760-D7C2EEA6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2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B3342A-EDB1-71E2-21AE-F75272B62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67" y="106709"/>
            <a:ext cx="2570425" cy="516144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dirty="0"/>
              <a:t>F-DoD Map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FAC8BD-1884-3AAF-D1AD-68DCE94FF5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067" y="622853"/>
            <a:ext cx="3612047" cy="3716435"/>
          </a:xfrm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b="1" dirty="0"/>
              <a:t>Web Crawler</a:t>
            </a:r>
          </a:p>
          <a:p>
            <a:pPr lvl="0">
              <a:spcBef>
                <a:spcPts val="0"/>
              </a:spcBef>
              <a:buFont typeface="Wingdings" pitchFamily="2" charset="2"/>
              <a:buChar char="ü"/>
            </a:pPr>
            <a:r>
              <a:rPr lang="en-US" sz="1200" dirty="0"/>
              <a:t>Fetch a webpage</a:t>
            </a:r>
          </a:p>
          <a:p>
            <a:pPr lvl="0">
              <a:spcBef>
                <a:spcPts val="0"/>
              </a:spcBef>
              <a:buFont typeface="Wingdings" pitchFamily="2" charset="2"/>
              <a:buChar char="ü"/>
            </a:pPr>
            <a:r>
              <a:rPr lang="en-US" sz="1200" dirty="0"/>
              <a:t>Save content as a zip file</a:t>
            </a:r>
          </a:p>
          <a:p>
            <a:pPr lvl="0">
              <a:spcBef>
                <a:spcPts val="0"/>
              </a:spcBef>
              <a:buFont typeface="Wingdings" pitchFamily="2" charset="2"/>
              <a:buChar char="ü"/>
            </a:pPr>
            <a:r>
              <a:rPr lang="en-US" sz="1200" dirty="0"/>
              <a:t>Re-Fetch saves additional record</a:t>
            </a:r>
          </a:p>
          <a:p>
            <a:pPr lvl="0">
              <a:spcBef>
                <a:spcPts val="0"/>
              </a:spcBef>
              <a:buFont typeface="Wingdings" pitchFamily="2" charset="2"/>
              <a:buChar char="ü"/>
            </a:pPr>
            <a:r>
              <a:rPr lang="en-US" sz="1200" dirty="0"/>
              <a:t>Link Extraction – absolute and relative</a:t>
            </a:r>
          </a:p>
          <a:p>
            <a:pPr lvl="0">
              <a:spcBef>
                <a:spcPts val="0"/>
              </a:spcBef>
              <a:buFont typeface="Wingdings" pitchFamily="2" charset="2"/>
              <a:buChar char="ü"/>
            </a:pPr>
            <a:r>
              <a:rPr lang="en-US" sz="1200" dirty="0"/>
              <a:t>Records which URL first referenced this link</a:t>
            </a:r>
          </a:p>
          <a:p>
            <a:pPr lvl="0">
              <a:spcBef>
                <a:spcPts val="0"/>
              </a:spcBef>
              <a:buFont typeface="Wingdings" pitchFamily="2" charset="2"/>
              <a:buChar char="ü"/>
            </a:pPr>
            <a:r>
              <a:rPr lang="en-US" sz="1200" dirty="0"/>
              <a:t>Link graph – who links to who.</a:t>
            </a:r>
          </a:p>
          <a:p>
            <a:pPr lvl="0">
              <a:spcBef>
                <a:spcPts val="0"/>
              </a:spcBef>
              <a:buFont typeface="Wingdings" pitchFamily="2" charset="2"/>
              <a:buChar char="ü"/>
            </a:pPr>
            <a:r>
              <a:rPr lang="en-US" sz="1200" dirty="0"/>
              <a:t>Source link exclusion by patterns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sz="1200"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sz="1200" dirty="0"/>
              <a:t>Bot Behavior</a:t>
            </a:r>
          </a:p>
          <a:p>
            <a:pPr lvl="0">
              <a:spcBef>
                <a:spcPts val="0"/>
              </a:spcBef>
              <a:buFont typeface="Wingdings" pitchFamily="2" charset="2"/>
              <a:buChar char="ü"/>
            </a:pPr>
            <a:r>
              <a:rPr lang="en-US" sz="1200" dirty="0" err="1"/>
              <a:t>User-Agent:f-dod</a:t>
            </a:r>
            <a:r>
              <a:rPr lang="en-US" sz="1200" dirty="0"/>
              <a:t>/1.0</a:t>
            </a:r>
          </a:p>
          <a:p>
            <a:pPr lvl="0">
              <a:spcBef>
                <a:spcPts val="0"/>
              </a:spcBef>
              <a:buFont typeface="Wingdings" pitchFamily="2" charset="2"/>
              <a:buChar char="q"/>
            </a:pPr>
            <a:r>
              <a:rPr lang="en-US" sz="1200" dirty="0"/>
              <a:t>Self identify with a URL</a:t>
            </a:r>
          </a:p>
          <a:p>
            <a:pPr lvl="0">
              <a:spcBef>
                <a:spcPts val="0"/>
              </a:spcBef>
              <a:buFont typeface="Wingdings" pitchFamily="2" charset="2"/>
              <a:buChar char="q"/>
            </a:pPr>
            <a:r>
              <a:rPr lang="en-US" sz="1200" dirty="0"/>
              <a:t>Mimic a chrome browser?</a:t>
            </a:r>
          </a:p>
          <a:p>
            <a:pPr lvl="0">
              <a:spcBef>
                <a:spcPts val="0"/>
              </a:spcBef>
              <a:buFont typeface="Wingdings" pitchFamily="2" charset="2"/>
              <a:buChar char="q"/>
            </a:pPr>
            <a:r>
              <a:rPr lang="en-US" sz="1200" dirty="0"/>
              <a:t>Read and adhere to </a:t>
            </a:r>
            <a:r>
              <a:rPr lang="en-US" sz="1200" dirty="0" err="1"/>
              <a:t>robots.txt</a:t>
            </a:r>
            <a:endParaRPr lang="en-US" sz="1200" dirty="0"/>
          </a:p>
          <a:p>
            <a:pPr lvl="0">
              <a:spcBef>
                <a:spcPts val="0"/>
              </a:spcBef>
              <a:buFont typeface="Wingdings" pitchFamily="2" charset="2"/>
              <a:buChar char="q"/>
            </a:pPr>
            <a:r>
              <a:rPr lang="en-US" sz="1200" dirty="0"/>
              <a:t>Have a standard Crawl-delay and obey site directive</a:t>
            </a:r>
          </a:p>
          <a:p>
            <a:pPr lvl="0">
              <a:spcBef>
                <a:spcPts val="0"/>
              </a:spcBef>
              <a:buFont typeface="Wingdings" pitchFamily="2" charset="2"/>
              <a:buChar char="q"/>
            </a:pPr>
            <a:r>
              <a:rPr lang="en-US" sz="1200" dirty="0"/>
              <a:t>Have a max crawl rate so as to not over impact local network.</a:t>
            </a:r>
          </a:p>
          <a:p>
            <a:pPr lvl="0">
              <a:spcBef>
                <a:spcPts val="0"/>
              </a:spcBef>
              <a:buFont typeface="Wingdings" pitchFamily="2" charset="2"/>
              <a:buChar char="q"/>
            </a:pPr>
            <a:r>
              <a:rPr lang="en-US" sz="1200" dirty="0"/>
              <a:t>Leverage </a:t>
            </a:r>
            <a:r>
              <a:rPr lang="en-US" sz="1200" dirty="0" err="1"/>
              <a:t>sitemap.xml</a:t>
            </a:r>
            <a:r>
              <a:rPr lang="en-US" sz="1200" dirty="0"/>
              <a:t> as a Source list</a:t>
            </a:r>
          </a:p>
          <a:p>
            <a:pPr lvl="0">
              <a:spcBef>
                <a:spcPts val="0"/>
              </a:spcBef>
              <a:buFont typeface="Wingdings" pitchFamily="2" charset="2"/>
              <a:buChar char="q"/>
            </a:pPr>
            <a:r>
              <a:rPr lang="en-US" sz="1200" dirty="0"/>
              <a:t>Meta tag “robots” not parsed for </a:t>
            </a:r>
            <a:r>
              <a:rPr lang="en-US" sz="1200" dirty="0" err="1"/>
              <a:t>noindex</a:t>
            </a:r>
            <a:r>
              <a:rPr lang="en-US" sz="1200" dirty="0"/>
              <a:t> / </a:t>
            </a:r>
            <a:r>
              <a:rPr lang="en-US" sz="1200" dirty="0" err="1"/>
              <a:t>nofollow</a:t>
            </a:r>
            <a:r>
              <a:rPr lang="en-US" sz="1200" dirty="0"/>
              <a:t>.</a:t>
            </a:r>
          </a:p>
          <a:p>
            <a:pPr lvl="0">
              <a:spcBef>
                <a:spcPts val="0"/>
              </a:spcBef>
              <a:buFont typeface="Wingdings" pitchFamily="2" charset="2"/>
              <a:buChar char="q"/>
            </a:pPr>
            <a:r>
              <a:rPr lang="en-US" sz="1200" dirty="0"/>
              <a:t>Follow 302’s as a new source.</a:t>
            </a:r>
          </a:p>
          <a:p>
            <a:pPr lvl="0">
              <a:spcBef>
                <a:spcPts val="0"/>
              </a:spcBef>
              <a:buFont typeface="Wingdings" pitchFamily="2" charset="2"/>
              <a:buChar char="q"/>
            </a:pPr>
            <a:r>
              <a:rPr lang="en-US" sz="1200" dirty="0"/>
              <a:t>Flush out model for 301’s.</a:t>
            </a:r>
          </a:p>
          <a:p>
            <a:pPr lvl="0">
              <a:spcBef>
                <a:spcPts val="0"/>
              </a:spcBef>
              <a:buFont typeface="Wingdings" pitchFamily="2" charset="2"/>
              <a:buChar char="q"/>
            </a:pPr>
            <a:r>
              <a:rPr lang="en-US" sz="1200" dirty="0"/>
              <a:t>Have a list of valid Content-Types and ignore everything else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sz="1200"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sz="1200" dirty="0"/>
              <a:t>Content Extraction</a:t>
            </a:r>
          </a:p>
          <a:p>
            <a:pPr>
              <a:spcBef>
                <a:spcPts val="0"/>
              </a:spcBef>
              <a:buFont typeface="Wingdings" pitchFamily="2" charset="2"/>
              <a:buChar char="ü"/>
            </a:pPr>
            <a:r>
              <a:rPr lang="en-US" sz="1200" dirty="0"/>
              <a:t>Strips script, style, head, meta tags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sz="1200" dirty="0"/>
              <a:t>Strip repetitive content based on domain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sz="1200"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sz="1200" dirty="0"/>
              <a:t>Domains</a:t>
            </a:r>
          </a:p>
          <a:p>
            <a:pPr lvl="0">
              <a:spcBef>
                <a:spcPts val="0"/>
              </a:spcBef>
              <a:buFont typeface="Wingdings" pitchFamily="2" charset="2"/>
              <a:buChar char="ü"/>
            </a:pPr>
            <a:r>
              <a:rPr lang="en-US" sz="1200" dirty="0"/>
              <a:t>Auto created as Source comes in.</a:t>
            </a:r>
          </a:p>
          <a:p>
            <a:pPr lvl="0">
              <a:spcBef>
                <a:spcPts val="0"/>
              </a:spcBef>
              <a:buFont typeface="Wingdings" pitchFamily="2" charset="2"/>
              <a:buChar char="ü"/>
            </a:pPr>
            <a:endParaRPr lang="en-US" sz="1200" dirty="0"/>
          </a:p>
          <a:p>
            <a:pPr>
              <a:spcBef>
                <a:spcPts val="0"/>
              </a:spcBef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90088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2851</TotalTime>
  <Words>157</Words>
  <Application>Microsoft Macintosh PowerPoint</Application>
  <PresentationFormat>On-screen Show (4:3)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F-DoD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Frizzell</dc:creator>
  <cp:lastModifiedBy>Mike Frizzell</cp:lastModifiedBy>
  <cp:revision>1</cp:revision>
  <dcterms:created xsi:type="dcterms:W3CDTF">2026-08-16T20:40:47Z</dcterms:created>
  <dcterms:modified xsi:type="dcterms:W3CDTF">2026-08-18T20:12:39Z</dcterms:modified>
</cp:coreProperties>
</file>